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q3s7vjUDrYpkRMLk94B9AwPfi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3DF045-4674-4819-AA1F-2007274245C1}">
  <a:tblStyle styleId="{953DF045-4674-4819-AA1F-2007274245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KRINO INSIGHT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Benjamín Ruiz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Master, integrante de 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Cristian Mansilla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Integrante de backend.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Afinación de agentes inteligentes, creación y vinculación de endpoints con el frontend.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Krino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0" name="Google Shape;150;p7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{953DF045-4674-4819-AA1F-2007274245C1}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8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800" u="none" cap="none" strike="noStrik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actividades del punto anterior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6" name="Google Shape;16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4" name="Google Shape;17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